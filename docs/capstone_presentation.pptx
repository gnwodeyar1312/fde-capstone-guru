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79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slide — 500+ tickets/week, SLA gap is huge. The discovery finding is that 71.4% of tickets are answerable from existing docs. The knowledge exists, the delivery is broken. This motivates building an AI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overview — classify, retrieve, generate, validate. 22 intents, semantic search, 5 guardrails, smart escalation for 4 MNR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slide — six-stage pipeline orchestrated by LangGraph. Routing is the decision point: MNR intents always escalate, low confidence escalates, unanswerable escalates. Escalated tickets skip generate and validate. State key is route_decision to avoid collision with the route node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— LangGraph orchestration, Llama 3.1 8B via OpenRouter with Groq fallback, ChromaDB for semantic search, FastAPI for the API, Prometheus/Grafana monitoring, 157 pytest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results — then transition to the live demo. These first 5 minutes cover intro, problem, architecture, tech stack, and results. The rest of the video is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CloudServe Solutions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Support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Capstone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Gurunanje Wodeyar  </a:t>
            </a: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September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CloudServe receives 500+ support tickets weekly across email, chat, phone, and portal.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00200"/>
            <a:ext cx="457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 hrs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2-hour SLA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508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160020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43.8%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Resolution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70-75%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600200"/>
            <a:ext cx="457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from Docs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exists, delivery fails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0B1D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is there — it's the delivery that's broken.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14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pipeline that classifies tickets, retrieves documentation, and generates safe, cited responses — or escalates to a human.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Intent Categories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classifies tickets with 96.7% accuracy and calibrated confidence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8745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all-MiniLM-L6-v2 searches 29 KB articles for the 5 most relevant chunks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Guardrail Checks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validation, no fabricated URLs, no PII leakage, response length, automated footer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2918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834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Escalation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must-not-auto-respond intents always escalate; low confidence and unanswerable tickets too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Six-Stage Pipeline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LangGraph StateGraph with conditional edges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0891B2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0040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raw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627632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urgency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35224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0E7490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35224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35224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42816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F59E0B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242816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42816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42816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Auto-respond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escalate?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85816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50408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10B981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550408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50408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550408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93408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417320"/>
            <a:ext cx="1143000" cy="1234440"/>
          </a:xfrm>
          <a:prstGeom prst="roundRect">
            <a:avLst>
              <a:gd name="adj" fmla="val 6400"/>
            </a:avLst>
          </a:prstGeom>
          <a:solidFill>
            <a:srgbClr val="059669"/>
          </a:solidFill>
          <a:ln/>
          <a:effectLst>
            <a:outerShdw blurRad="508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0" y="1490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guardrail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297180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296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 (Stage 4)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Must-not-respond intent?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108960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36210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0.80?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36210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3858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answerable from docs?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108960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pass?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10896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Auto-respond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297180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93776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37760" y="3401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Escalated tickets skip Generate + Validate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937760" y="3639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State key: route_decision (avoids node collision)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93776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conditional edges control flow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93776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Guardrail failure → block response, escalate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8288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(OpenRouter / Groq)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5603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1097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(3 alert rules)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18288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256032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157 tests, 9 test files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0B1D3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4023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provider (OpenRouter + Groq fallback)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26280" y="1097280"/>
            <a:ext cx="18288" cy="3383280"/>
          </a:xfrm>
          <a:prstGeom prst="rect">
            <a:avLst/>
          </a:prstGeom>
          <a:solidFill>
            <a:srgbClr val="E8EFF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233 tickets over 4 runs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categories, Macro F1 = 0.970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0604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 Compliance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must-not-respond intents always escalated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Pass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 on every auto-response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(ECE)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match actual 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0714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 me show you how it works — live demo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On-screen Show (16:9)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CloudServe Solutions — Intelligent Support System</dc:title>
  <dc:subject>PptxGenJS Presentation</dc:subject>
  <dc:creator>Guru Nagappa Wodeyar</dc:creator>
  <cp:lastModifiedBy>Gurunanje Wodeyar</cp:lastModifiedBy>
  <cp:revision>2</cp:revision>
  <dcterms:created xsi:type="dcterms:W3CDTF">2026-09-19T08:02:30Z</dcterms:created>
  <dcterms:modified xsi:type="dcterms:W3CDTF">2026-09-19T09:05:34Z</dcterms:modified>
</cp:coreProperties>
</file>